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% Ingreso por Tipo Propiedad 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% Ingreso por Canal Venta 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% Ingreso por Segmento Cliente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94868d02-4099-4c6c-8356-41b4d66ee276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d61358a070e049bc" /><Relationship Type="http://schemas.openxmlformats.org/officeDocument/2006/relationships/slideLayout" Target="/ppt/slideLayouts/slideLayout8.xml" Id="R60564b00f65742e8" /><Relationship Type="http://schemas.openxmlformats.org/officeDocument/2006/relationships/hyperlink" Target="https://app.powerbi.com/groups/me/reports/94868d02-4099-4c6c-8356-41b4d66ee276/?pbi_source=PowerPoint" TargetMode="External" Id="RelId0" /><Relationship Type="http://schemas.openxmlformats.org/officeDocument/2006/relationships/image" Target="/ppt/media/image4.png" Id="imgId5717231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e44964b65e304360" /><Relationship Type="http://schemas.openxmlformats.org/officeDocument/2006/relationships/slideLayout" Target="/ppt/slideLayouts/slideLayout8.xml" Id="Rdd9b9d88dcb648dd" /><Relationship Type="http://schemas.openxmlformats.org/officeDocument/2006/relationships/hyperlink" Target="https://app.powerbi.com/groups/me/reports/94868d02-4099-4c6c-8356-41b4d66ee276/?pbi_source=PowerPoint" TargetMode="External" Id="RelId1" /><Relationship Type="http://schemas.openxmlformats.org/officeDocument/2006/relationships/image" Target="/ppt/media/image5.png" Id="imgId5717231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b81dd349816d4812" /><Relationship Type="http://schemas.openxmlformats.org/officeDocument/2006/relationships/slideLayout" Target="/ppt/slideLayouts/slideLayout8.xml" Id="Rc8119cdea0e34f16" /><Relationship Type="http://schemas.openxmlformats.org/officeDocument/2006/relationships/hyperlink" Target="https://app.powerbi.com/groups/me/reports/94868d02-4099-4c6c-8356-41b4d66ee276/?pbi_source=PowerPoint" TargetMode="External" Id="RelId2" /><Relationship Type="http://schemas.openxmlformats.org/officeDocument/2006/relationships/image" Target="/ppt/media/image6.png" Id="imgId571723141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proyecto 11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20/10/2026 18:37:50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6/7/2026 19:11:44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Visual ,cardVisual ,cardVisual ,cardVisual ,lineChart ,barChart ,cardVisual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7172313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 Ejecutivo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% Ingreso por Tipo Propiedad  , % Ingreso por Canal Venta  ,% Ingreso por Segmento Cliente ,tableEx ,actionButton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7172314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Analisis Comercial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7172314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Análisis de Cohortes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